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9400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NammaPower | Project overview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8C4D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8C4D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188720"/>
            <a:ext cx="5577840" cy="5577840"/>
          </a:xfrm>
          <a:prstGeom prst="arc">
            <a:avLst/>
          </a:prstGeom>
          <a:solidFill>
            <a:srgbClr val="0F1B2D">
              <a:alpha val="0"/>
            </a:srgbClr>
          </a:solidFill>
          <a:ln w="25400">
            <a:solidFill>
              <a:srgbClr val="0EA5A4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1097280"/>
            <a:ext cx="4206240" cy="4206240"/>
          </a:xfrm>
          <a:prstGeom prst="arc">
            <a:avLst/>
          </a:prstGeom>
          <a:solidFill>
            <a:srgbClr val="0F1B2D">
              <a:alpha val="0"/>
            </a:srgbClr>
          </a:solidFill>
          <a:ln w="228600">
            <a:solidFill>
              <a:srgbClr val="2563EB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749808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83210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27632" y="868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NammaPower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 simple guide to the project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" y="276148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2DEEF"/>
                </a:solidFill>
              </a:rPr>
              <a:t>A privacy-first electricity companion for Bengaluru households.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86384" y="53949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CC"/>
                </a:solidFill>
              </a:rPr>
              <a:t>What it does | How it works | Who can access what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8C4D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2563EB"/>
                </a:solidFill>
              </a:rPr>
              <a:t>01 | 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B2D"/>
                </a:solidFill>
              </a:rPr>
              <a:t>Electricity decisions are harder than they should be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People need one calm place to understand bills, outages, and energy use.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FF6DD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73152" cy="2286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488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</a:rPr>
              <a:t>Bills feel opaque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532888"/>
            <a:ext cx="3063240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Tariff slabs, surcharges, duties, and government schemes are difficult to calculate by hand.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29000" y="21488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9E0B"/>
                </a:solidFill>
              </a:rPr>
              <a:t>₹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FF0F0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965960"/>
            <a:ext cx="73152" cy="2286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1488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</a:rPr>
              <a:t>Outages feel disconnected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2532888"/>
            <a:ext cx="3063240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Maintenance notices and crowd reports often live in different places and formats.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223760" y="21488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F4444"/>
                </a:solidFill>
              </a:rPr>
              <a:t>!</a:t>
            </a:r>
            <a:endParaRPr lang="en-US" sz="2500" dirty="0"/>
          </a:p>
        </p:txBody>
      </p:sp>
      <p:sp>
        <p:nvSpPr>
          <p:cNvPr id="15" name="Shape 13"/>
          <p:cNvSpPr/>
          <p:nvPr/>
        </p:nvSpPr>
        <p:spPr>
          <a:xfrm>
            <a:off x="8138160" y="196596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E8FAF5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965960"/>
            <a:ext cx="73152" cy="228600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21488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</a:rPr>
              <a:t>Energy use is invisible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66760" y="2532888"/>
            <a:ext cx="3063240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People know an appliance is running, but not always what it costs or when it becomes wasteful.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018520" y="21488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EA5A4"/>
                </a:solidFill>
              </a:rPr>
              <a:t>⚡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1280160" y="4892040"/>
            <a:ext cx="9509760" cy="713232"/>
          </a:xfrm>
          <a:prstGeom prst="roundRect">
            <a:avLst>
              <a:gd name="adj" fmla="val 10256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54480" y="51023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NammaPower turns scattered electricity information into practical next actions.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8C4D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2563EB"/>
                </a:solidFill>
              </a:rPr>
              <a:t>02 | THE 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B2D"/>
                </a:solidFill>
              </a:rPr>
              <a:t>One workspace for everyday electricity decisions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The same domain experience is available on web and mobile.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340156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920240"/>
            <a:ext cx="73152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0312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</a:rPr>
              <a:t>Dashboard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487168"/>
            <a:ext cx="2990088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See usage, cost, and important signals at a glance.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16552" y="1920240"/>
            <a:ext cx="340156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16552" y="1920240"/>
            <a:ext cx="73152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210312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</a:rPr>
              <a:t>Bills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45152" y="2487168"/>
            <a:ext cx="2990088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Calculate bills and understand Gruha Jyothi impact.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38744" y="1920240"/>
            <a:ext cx="340156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38744" y="1920240"/>
            <a:ext cx="73152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67344" y="210312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</a:rPr>
              <a:t>Outage map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67344" y="2487168"/>
            <a:ext cx="2990088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View subdivision risk, notices, and community reports.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3886200"/>
            <a:ext cx="340156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886200"/>
            <a:ext cx="73152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06908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</a:rPr>
              <a:t>Appliances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4453128"/>
            <a:ext cx="2990088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Track runtime and receive long-running alerts.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16552" y="3886200"/>
            <a:ext cx="340156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16552" y="3886200"/>
            <a:ext cx="73152" cy="150876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45152" y="406908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</a:rPr>
              <a:t>Coach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45152" y="4453128"/>
            <a:ext cx="2990088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Get practical advice for reducing waste and cost.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38744" y="3886200"/>
            <a:ext cx="340156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38744" y="3886200"/>
            <a:ext cx="73152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67344" y="406908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</a:rPr>
              <a:t>Reports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67344" y="4453128"/>
            <a:ext cx="2990088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Submit and review recent outage or voltage reports.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8C4D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2563EB"/>
                </a:solidFill>
              </a:rPr>
              <a:t>03 | THE USER JOURNEY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B2D"/>
                </a:solidFill>
              </a:rPr>
              <a:t>From sign-in to a useful decision in minutes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The app is designed around repeated, practical workflows.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621792" cy="6217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95144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3063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</a:rPr>
              <a:t>Sign 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" y="3474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Use an email and password.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20240" y="2313432"/>
            <a:ext cx="822960" cy="310896"/>
          </a:xfrm>
          <a:prstGeom prst="chevron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2148840"/>
            <a:ext cx="621792" cy="6217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295144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3063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</a:rPr>
              <a:t>Choose an area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71800" y="3474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Pick the relevant subdivision.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2313432"/>
            <a:ext cx="822960" cy="310896"/>
          </a:xfrm>
          <a:prstGeom prst="chevron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2148840"/>
            <a:ext cx="621792" cy="6217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295144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72200" y="3063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</a:rPr>
              <a:t>Understand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60720" y="3474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See bill, outage, and usage context.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98080" y="2313432"/>
            <a:ext cx="822960" cy="310896"/>
          </a:xfrm>
          <a:prstGeom prst="chevron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0" y="2148840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2295144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961120" y="3063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</a:rPr>
              <a:t>Act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49640" y="3474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Save a bill, report an issue, or change behavior.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800600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48840" y="50292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</a:rPr>
              <a:t>The goal is not more data. The goal is better everyday decisions.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8C4D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2563EB"/>
                </a:solidFill>
              </a:rPr>
              <a:t>04 | HOW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B2D"/>
                </a:solidFill>
              </a:rPr>
              <a:t>A three-part system with one shared API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Web and mobile use the same backend rules and database.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EAF2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B2D"/>
                </a:solidFill>
              </a:rPr>
              <a:t>Web app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React + Vite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Browser experience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397764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E8FAF5"/>
          </a:solidFill>
          <a:ln w="19050">
            <a:solidFill>
              <a:srgbClr val="0EA5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B2D"/>
                </a:solidFill>
              </a:rPr>
              <a:t>Mobile app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React Native + Expo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Native experience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9718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6D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B2D"/>
                </a:solidFill>
              </a:rPr>
              <a:t>API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92040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Node.js + Express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Auth, tariff, reports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732520" y="29718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E8FA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97112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B2D"/>
                </a:solidFill>
              </a:rPr>
              <a:t>Database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915400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PostgreSQL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Users, sessions, energy data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83280" y="2670048"/>
            <a:ext cx="1325880" cy="685800"/>
          </a:xfrm>
          <a:prstGeom prst="line">
            <a:avLst/>
          </a:prstGeom>
          <a:noFill/>
          <a:ln w="25400">
            <a:solidFill>
              <a:srgbClr val="0EA5A4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383280" y="4590288"/>
            <a:ext cx="1325880" cy="-685800"/>
          </a:xfrm>
          <a:prstGeom prst="line">
            <a:avLst/>
          </a:prstGeom>
          <a:noFill/>
          <a:ln w="25400">
            <a:solidFill>
              <a:srgbClr val="0EA5A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60920" y="3584448"/>
            <a:ext cx="1325880" cy="0"/>
          </a:xfrm>
          <a:prstGeom prst="line">
            <a:avLst/>
          </a:prstGeom>
          <a:noFill/>
          <a:ln w="25400">
            <a:solidFill>
              <a:srgbClr val="0EA5A4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8C4D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2563EB"/>
                </a:solidFill>
              </a:rPr>
              <a:t>05 | PRIVACY BY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B2D"/>
                </a:solidFill>
              </a:rPr>
              <a:t>The system separates account identity from energy ownership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This reduces the amount of personal information the product needs.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3474720" cy="2560320"/>
          </a:xfrm>
          <a:prstGeom prst="roundRect">
            <a:avLst>
              <a:gd name="adj" fmla="val 2857"/>
            </a:avLst>
          </a:prstGeom>
          <a:solidFill>
            <a:srgbClr val="EAF2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920240"/>
            <a:ext cx="73152" cy="2560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031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</a:rPr>
              <a:t>Account identity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487168"/>
            <a:ext cx="3063240" cy="1847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Email, hashed password, display name, role, and session token hash.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70832" y="1920240"/>
            <a:ext cx="3474720" cy="2560320"/>
          </a:xfrm>
          <a:prstGeom prst="roundRect">
            <a:avLst>
              <a:gd name="adj" fmla="val 2857"/>
            </a:avLst>
          </a:prstGeom>
          <a:solidFill>
            <a:srgbClr val="E8FAF5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1920240"/>
            <a:ext cx="73152" cy="25603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21031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</a:rPr>
              <a:t>Device-scoped data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99432" y="2487168"/>
            <a:ext cx="3063240" cy="1847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Appliances, bills, alerts, and reports are fenced by a random device ID.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55864" y="1920240"/>
            <a:ext cx="3474720" cy="2560320"/>
          </a:xfrm>
          <a:prstGeom prst="roundRect">
            <a:avLst>
              <a:gd name="adj" fmla="val 2857"/>
            </a:avLst>
          </a:prstGeom>
          <a:solidFill>
            <a:srgbClr val="FFF6DD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55864" y="1920240"/>
            <a:ext cx="73152" cy="2560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84464" y="21031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</a:rPr>
              <a:t>Access boundary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84464" y="2487168"/>
            <a:ext cx="3063240" cy="1847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Regular users manage their own data. Admin-only APIs expose platform controls.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97280" y="50749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</a:rPr>
              <a:t>No Aadhaar, voter ID, phone number, or consumer number is required.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8C4D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2563EB"/>
                </a:solidFill>
              </a:rPr>
              <a:t>06 | ACCESS CONTROL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B2D"/>
                </a:solidFill>
              </a:rPr>
              <a:t>Two access levels, enforced in the API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The interface hides admin tools, but the backend is the final authority.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4754880" cy="3063240"/>
          </a:xfrm>
          <a:prstGeom prst="roundRect">
            <a:avLst>
              <a:gd name="adj" fmla="val 2388"/>
            </a:avLst>
          </a:prstGeom>
          <a:solidFill>
            <a:srgbClr val="EAF2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28800"/>
            <a:ext cx="73152" cy="3063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01168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</a:rPr>
              <a:t>Basic member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395728"/>
            <a:ext cx="4343400" cy="2350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Can: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- View the product and local dashboard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- Manage personal energy data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- Update display name and profile photo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- Submit permitted reports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Cannot: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- Read user lists or platform metrics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- Manage sessions or roles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92240" y="1828800"/>
            <a:ext cx="4754880" cy="3063240"/>
          </a:xfrm>
          <a:prstGeom prst="roundRect">
            <a:avLst>
              <a:gd name="adj" fmla="val 2388"/>
            </a:avLst>
          </a:prstGeom>
          <a:solidFill>
            <a:srgbClr val="E8FAF5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828800"/>
            <a:ext cx="73152" cy="3063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201168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</a:rPr>
              <a:t>Administrator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20840" y="2395728"/>
            <a:ext cx="4343400" cy="2350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Can do everything a member can do, plus: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- View user accounts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- View active sessions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- Review platform report counts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- Open the Admin dashboard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Every admin endpoint checks role=admin.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8C4D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2563EB"/>
                </a:solidFill>
              </a:rPr>
              <a:t>07 | PROFILE 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B2D"/>
                </a:solidFill>
              </a:rPr>
              <a:t>A profile that is useful without being invasive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Profile changes are saved to the account and reflected across authenticated sessions.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46634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2240280"/>
            <a:ext cx="1097280" cy="1097280"/>
          </a:xfrm>
          <a:prstGeom prst="ellipse">
            <a:avLst/>
          </a:prstGeom>
          <a:solidFill>
            <a:srgbClr val="DCEAFF"/>
          </a:solidFill>
          <a:ln w="12700">
            <a:solidFill>
              <a:srgbClr val="DCEA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255117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</a:rPr>
              <a:t>B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69748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</a:rPr>
              <a:t>admin@gmail.com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69748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Bhuvan B Krishna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25880" y="3749040"/>
            <a:ext cx="3749040" cy="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4069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Display name  |  Profile photo  |  Access level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2148840"/>
            <a:ext cx="466344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Saved through the authenticated profile API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Photo is resized before upload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Offline browser copy remains available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8C4D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2563EB"/>
                </a:solidFill>
              </a:rPr>
              <a:t>08 | ADMIN 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B2D"/>
                </a:solidFill>
              </a:rPr>
              <a:t>Administrators see the platform, not just one device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The Admin tab is available only when the authenticated role is admin.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2926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240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240280" y="22860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Users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26280" y="1965960"/>
            <a:ext cx="2926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2240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</a:rPr>
              <a:t>24h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852160" y="22860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Reports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1965960"/>
            <a:ext cx="2926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2240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</a:rPr>
              <a:t>Live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464040" y="22860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Sessions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3794760"/>
            <a:ext cx="9875520" cy="1143000"/>
          </a:xfrm>
          <a:prstGeom prst="roundRect">
            <a:avLst>
              <a:gd name="adj" fmla="val 6400"/>
            </a:avLst>
          </a:prstGeom>
          <a:solidFill>
            <a:srgbClr val="FFF6DD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794760"/>
            <a:ext cx="7315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3977640"/>
            <a:ext cx="9464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</a:rPr>
              <a:t>Why this matters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4361688"/>
            <a:ext cx="94640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A normal user cannot reach the admin data by changing the browser UI. The API checks the role and returns 403 when access is not allowed.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8C4D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2563EB"/>
                </a:solidFill>
              </a:rPr>
              <a:t>09 | TECHNOLOGY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B2D"/>
                </a:solidFill>
              </a:rPr>
              <a:t>Built as a practical full-stack monorepo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Each layer has a focused responsibility.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8105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</a:rPr>
              <a:t>Frontend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0" y="18105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React, Vite, Leaflet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80760" y="181051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Fast responsive web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249424"/>
            <a:ext cx="9692640" cy="0"/>
          </a:xfrm>
          <a:prstGeom prst="line">
            <a:avLst/>
          </a:prstGeom>
          <a:noFill/>
          <a:ln w="10160">
            <a:solidFill>
              <a:srgbClr val="D9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1518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</a:rPr>
              <a:t>Mobile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0" y="261518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React Native, Expo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80760" y="261518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Native mobile workflows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054096"/>
            <a:ext cx="9692640" cy="0"/>
          </a:xfrm>
          <a:prstGeom prst="line">
            <a:avLst/>
          </a:prstGeom>
          <a:noFill/>
          <a:ln w="10160">
            <a:solidFill>
              <a:srgbClr val="D9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41985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</a:rPr>
              <a:t>Backend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43200" y="341985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Node.js, Express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80760" y="3419856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API, auth, validation, rate limits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3858768"/>
            <a:ext cx="9692640" cy="0"/>
          </a:xfrm>
          <a:prstGeom prst="line">
            <a:avLst/>
          </a:prstGeom>
          <a:noFill/>
          <a:ln w="10160">
            <a:solidFill>
              <a:srgbClr val="D9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2245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</a:rPr>
              <a:t>Data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743200" y="422452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PostgreSQL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80760" y="422452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RLS, user data, tariffs, sessions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" y="4663440"/>
            <a:ext cx="9692640" cy="0"/>
          </a:xfrm>
          <a:prstGeom prst="line">
            <a:avLst/>
          </a:prstGeom>
          <a:noFill/>
          <a:ln w="10160">
            <a:solidFill>
              <a:srgbClr val="D9E1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0292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</a:rPr>
              <a:t>Quality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743200" y="50292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Node test, build checks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80760" y="502920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Repeatable validation before shipping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14400" y="5468112"/>
            <a:ext cx="9692640" cy="0"/>
          </a:xfrm>
          <a:prstGeom prst="line">
            <a:avLst/>
          </a:prstGeom>
          <a:noFill/>
          <a:ln w="10160">
            <a:solidFill>
              <a:srgbClr val="D9E1EC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8C4D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2563EB"/>
                </a:solidFill>
              </a:rPr>
              <a:t>10 | HOW TO EXPLAIN IT LIVE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B2D"/>
                </a:solidFill>
              </a:rPr>
              <a:t>A five-minute demo script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Use this sequence when introducing NammaPower to a new person.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1764792"/>
            <a:ext cx="393192" cy="3931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56232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54480" y="1783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</a:rPr>
              <a:t>Start at login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931920" y="1783080"/>
            <a:ext cx="649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Explain that accounts and roles control access.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478024"/>
            <a:ext cx="393192" cy="3931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569464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54480" y="24963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</a:rPr>
              <a:t>Show the dashboard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31920" y="2496312"/>
            <a:ext cx="649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Point out that the app turns energy data into actions.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191256"/>
            <a:ext cx="393192" cy="3931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282696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54480" y="32095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</a:rPr>
              <a:t>Open Bills or Map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931920" y="3209544"/>
            <a:ext cx="649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Demonstrate one concrete decision: cost or outage context.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3904488"/>
            <a:ext cx="393192" cy="3931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995928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54480" y="392277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</a:rPr>
              <a:t>Open Settings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931920" y="3922776"/>
            <a:ext cx="649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Change the display name or profile photo and save it.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" y="4617720"/>
            <a:ext cx="393192" cy="3931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709160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554480" y="46360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</a:rPr>
              <a:t>Show Admin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931920" y="4636008"/>
            <a:ext cx="649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Explain that only the admin account sees platform-level data.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8C4D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344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NammaPower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68096" y="21031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D2DEEF"/>
                </a:solidFill>
              </a:rPr>
              <a:t>A clearer way to understand and act on electricity data.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68096" y="3886200"/>
            <a:ext cx="4480560" cy="713232"/>
          </a:xfrm>
          <a:prstGeom prst="roundRect">
            <a:avLst>
              <a:gd name="adj" fmla="val 7692"/>
            </a:avLst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413308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Understand  |  Decide  |  Save  |  Act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595360" y="5303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Questions?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8C4D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NammaPower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NammaPower: A simple guide</dc:title>
  <dc:subject>NammaPower project overview</dc:subject>
  <dc:creator>NammaPower</dc:creator>
  <cp:lastModifiedBy>NammaPower</cp:lastModifiedBy>
  <cp:revision>1</cp:revision>
  <dcterms:created xsi:type="dcterms:W3CDTF">2026-10-01T09:43:02Z</dcterms:created>
  <dcterms:modified xsi:type="dcterms:W3CDTF">2026-10-01T09:43:02Z</dcterms:modified>
</cp:coreProperties>
</file>